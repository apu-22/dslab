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52C6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25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LAB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3: Remote Procedure Call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 remote function look and feel like a local one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hand-coding sockets, we'll use Python's built-in xmlrpc module, which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the client and server "stubs" from Lecture 4.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252C6E"/>
          </a:solidFill>
          <a:ln w="12700">
            <a:solidFill>
              <a:srgbClr val="3B42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Lecture 4: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server stubs, marshaling,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RPC transparency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complete Labs 1 &amp; 2 first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How RPC Hides the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Labs 1-2 you wrote sendall()/recv() by hand. RPC's whole point is that you never do that again — a stub does it for you.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proxy.add(4, 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2834640"/>
            <a:ext cx="457200" cy="502920"/>
          </a:xfrm>
          <a:prstGeom prst="downArrow">
            <a:avLst/>
          </a:prstGeom>
          <a:solidFill>
            <a:srgbClr val="9AA5D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3832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9A8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(auto-generated proxy)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3566160"/>
            <a:ext cx="1828800" cy="365760"/>
          </a:xfrm>
          <a:prstGeom prst="rightArrow">
            <a:avLst/>
          </a:prstGeom>
          <a:solidFill>
            <a:srgbClr val="6D7EC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011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add(a, b): return a+b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2834640"/>
            <a:ext cx="457200" cy="502920"/>
          </a:xfrm>
          <a:prstGeom prst="upArrow">
            <a:avLst/>
          </a:prstGeom>
          <a:solidFill>
            <a:srgbClr val="9AA5D6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33832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9A82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383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(auto-generated dispatcher)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side ever calls socket.send() directly — the xmlrpc library writes both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for you the moment you register a function and create a proxy.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FF3E0"/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2064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Marshaling: </a:t>
            </a:r>
            <a:pPr indent="0" marL="0">
              <a:buNone/>
            </a:pPr>
            <a:r>
              <a:rPr lang="en-US" sz="135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the arguments (4, 7) into a message format (XML here) that survives the trip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network and can be unpacked correctly on the other side.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Remote Procedure Call (RPC)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— Define the Remote Procedures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1033272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range(2, n + 1):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*= i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reverse_string(s):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s[::-1]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just ordinary Python functions — nothing network-aware about them at all.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point: any function can become "remote" without being rewritten.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Remote Procedure Call (RPC)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— Register Functions &amp; Start Serving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1033272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xmlrpc.server import SimpleXMLRPCServer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HOST, PORT = "127.0.0.1", 65003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= SimpleXMLRPCServer((HOST, PORT), allow_none=True)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server.register_function(add, "add")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server.register_function(factorial, "factorial")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server.register_function(reverse_string, "reverse_string")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print("RPC server listening on", HOST, PORT)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server.serve_forever()   # this IS the server stub, generated for you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register_function(add, "add") tells the library: "when a client asks for the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named add, unmarshal the args and call this Python function."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Remote Procedure Call (RPC)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— Create the Proxy (Client Stub)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1033272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xmlrpc.client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HOST, PORT = "127.0.0.1", 65003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 = xmlrpc.client.ServerProxy(f"http://{HOST}:{PORT}/")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'proxy' now behaves like an object with .add(), .factorial(), etc.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even though none of those methods exist locally!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ServerProxy() is the client stub. It doesn't know what methods the server has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them on the fly, marshals your call, and sends it over HTTP.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Remote Procedure Call (RPC)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— Call the Remote Function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1033272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result1 = proxy.add(4, 7)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print("add(4, 7) =", result1)                # 11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result2 = proxy.factorial(5)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print("factorial(5) =", result2)              # 120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result3 = proxy.reverse_string("distributed")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print("reverse_string('distributed') =", result3)   # detubirtsid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transparency payoff: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proxy.add(4, 7) reads exactly like a normal function call — no sockets,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encode()/decode(), no manual byte handling anywhere in this file.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Remote Procedure Call (RPC)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252C6E"/>
          </a:solidFill>
          <a:ln w="12700">
            <a:solidFill>
              <a:srgbClr val="3B42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1 — start the RPC server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server.py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server listening 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127.0.0.1 65003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Exposed procedures: add,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factorial, reverse_string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252C6E"/>
          </a:solidFill>
          <a:ln w="12700">
            <a:solidFill>
              <a:srgbClr val="3B42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 — run the client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client.py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add(4, 7) = 11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 = 120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reverse_string('distributed')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detubirtsid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620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0916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add a new function on the server (e.g. is_prime(n)), register it, and call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from the client — no changes needed to any networking code at all.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Remote Procedure Call (RPC)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Wrap-Up: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48132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are generated, not hand-written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xmlrpc library builds both the client proxy and the server dispatcher for you.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07208"/>
            <a:ext cx="594360" cy="59436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07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883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Marshaling happens automatically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05409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are packed into XML on the way out and unpacked on the way in — invisibly.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014216"/>
            <a:ext cx="594360" cy="59436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142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89534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is the whole goal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26110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proxy.add(4, 7) looks identical to a local call — that's Lecture 4's core idea, working.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5221224"/>
            <a:ext cx="594360" cy="59436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212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10235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Lab 2 for real systems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546811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RPC servers are almost always threaded — see the Lab Test for exactly this.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Remote Procedure Call (RPC)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2026-08-25T03:13:46Z</dcterms:created>
  <dcterms:modified xsi:type="dcterms:W3CDTF">2026-08-25T03:13:46Z</dcterms:modified>
</cp:coreProperties>
</file>